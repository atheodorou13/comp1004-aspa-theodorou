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6"/>
  </p:notesMasterIdLst>
  <p:sldIdLst>
    <p:sldId id="257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AD47EE-8C87-4E96-8494-CB5260885D56}" v="54" dt="2026-01-04T13:05:22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83802" autoAdjust="0"/>
  </p:normalViewPr>
  <p:slideViewPr>
    <p:cSldViewPr snapToGrid="0">
      <p:cViewPr varScale="1">
        <p:scale>
          <a:sx n="80" d="100"/>
          <a:sy n="80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) Aspasia Theodorou" userId="0c0dda23-ca23-4d90-a2f8-a8dacc4f0d3a" providerId="ADAL" clId="{A494E605-BF39-42A5-9A11-2C1F577C3256}"/>
    <pc:docChg chg="undo custSel addSld delSld modSld addMainMaster delMainMaster">
      <pc:chgData name="(s) Aspasia Theodorou" userId="0c0dda23-ca23-4d90-a2f8-a8dacc4f0d3a" providerId="ADAL" clId="{A494E605-BF39-42A5-9A11-2C1F577C3256}" dt="2026-01-04T13:12:19.235" v="1348" actId="14100"/>
      <pc:docMkLst>
        <pc:docMk/>
      </pc:docMkLst>
      <pc:sldChg chg="addSp delSp modSp new del mod setBg modClrScheme setClrOvrMap chgLayout">
        <pc:chgData name="(s) Aspasia Theodorou" userId="0c0dda23-ca23-4d90-a2f8-a8dacc4f0d3a" providerId="ADAL" clId="{A494E605-BF39-42A5-9A11-2C1F577C3256}" dt="2026-01-04T12:13:55.075" v="20" actId="47"/>
        <pc:sldMkLst>
          <pc:docMk/>
          <pc:sldMk cId="2849244621" sldId="256"/>
        </pc:sldMkLst>
        <pc:spChg chg="mod">
          <ac:chgData name="(s) Aspasia Theodorou" userId="0c0dda23-ca23-4d90-a2f8-a8dacc4f0d3a" providerId="ADAL" clId="{A494E605-BF39-42A5-9A11-2C1F577C3256}" dt="2026-01-04T12:13:43.026" v="19"/>
          <ac:spMkLst>
            <pc:docMk/>
            <pc:sldMk cId="2849244621" sldId="256"/>
            <ac:spMk id="2" creationId="{E8E059C5-C1B1-DB21-CB5A-3DD0FB7E8CAB}"/>
          </ac:spMkLst>
        </pc:spChg>
        <pc:spChg chg="mod">
          <ac:chgData name="(s) Aspasia Theodorou" userId="0c0dda23-ca23-4d90-a2f8-a8dacc4f0d3a" providerId="ADAL" clId="{A494E605-BF39-42A5-9A11-2C1F577C3256}" dt="2026-01-04T12:13:43.026" v="19"/>
          <ac:spMkLst>
            <pc:docMk/>
            <pc:sldMk cId="2849244621" sldId="256"/>
            <ac:spMk id="3" creationId="{87EA9059-2FED-62AD-012C-C5883E2F8ADA}"/>
          </ac:spMkLst>
        </pc:spChg>
        <pc:spChg chg="add del">
          <ac:chgData name="(s) Aspasia Theodorou" userId="0c0dda23-ca23-4d90-a2f8-a8dacc4f0d3a" providerId="ADAL" clId="{A494E605-BF39-42A5-9A11-2C1F577C3256}" dt="2026-01-04T12:10:46.571" v="3" actId="26606"/>
          <ac:spMkLst>
            <pc:docMk/>
            <pc:sldMk cId="2849244621" sldId="256"/>
            <ac:spMk id="9" creationId="{19F9BF86-FE94-4517-B97D-026C7515E589}"/>
          </ac:spMkLst>
        </pc:spChg>
        <pc:spChg chg="add del">
          <ac:chgData name="(s) Aspasia Theodorou" userId="0c0dda23-ca23-4d90-a2f8-a8dacc4f0d3a" providerId="ADAL" clId="{A494E605-BF39-42A5-9A11-2C1F577C3256}" dt="2026-01-04T12:10:52.186" v="5" actId="26606"/>
          <ac:spMkLst>
            <pc:docMk/>
            <pc:sldMk cId="2849244621" sldId="256"/>
            <ac:spMk id="13" creationId="{EFBAAD93-7DE6-47D1-3609-446AE138A223}"/>
          </ac:spMkLst>
        </pc:spChg>
        <pc:spChg chg="add del">
          <ac:chgData name="(s) Aspasia Theodorou" userId="0c0dda23-ca23-4d90-a2f8-a8dacc4f0d3a" providerId="ADAL" clId="{A494E605-BF39-42A5-9A11-2C1F577C3256}" dt="2026-01-04T12:10:52.186" v="5" actId="26606"/>
          <ac:spMkLst>
            <pc:docMk/>
            <pc:sldMk cId="2849244621" sldId="256"/>
            <ac:spMk id="14" creationId="{33E93247-6229-44AB-A550-739E971E690B}"/>
          </ac:spMkLst>
        </pc:spChg>
        <pc:spChg chg="add del">
          <ac:chgData name="(s) Aspasia Theodorou" userId="0c0dda23-ca23-4d90-a2f8-a8dacc4f0d3a" providerId="ADAL" clId="{A494E605-BF39-42A5-9A11-2C1F577C3256}" dt="2026-01-04T12:11:37.531" v="8" actId="26606"/>
          <ac:spMkLst>
            <pc:docMk/>
            <pc:sldMk cId="2849244621" sldId="256"/>
            <ac:spMk id="19" creationId="{B7E2F724-2FB3-4D1D-A730-739B8654C030}"/>
          </ac:spMkLst>
        </pc:spChg>
        <pc:spChg chg="add del">
          <ac:chgData name="(s) Aspasia Theodorou" userId="0c0dda23-ca23-4d90-a2f8-a8dacc4f0d3a" providerId="ADAL" clId="{A494E605-BF39-42A5-9A11-2C1F577C3256}" dt="2026-01-04T12:11:37.531" v="8" actId="26606"/>
          <ac:spMkLst>
            <pc:docMk/>
            <pc:sldMk cId="2849244621" sldId="256"/>
            <ac:spMk id="21" creationId="{B2C335F7-F61C-4EB4-80F2-4B1438FE66BB}"/>
          </ac:spMkLst>
        </pc:spChg>
        <pc:picChg chg="add del">
          <ac:chgData name="(s) Aspasia Theodorou" userId="0c0dda23-ca23-4d90-a2f8-a8dacc4f0d3a" providerId="ADAL" clId="{A494E605-BF39-42A5-9A11-2C1F577C3256}" dt="2026-01-04T12:10:46.571" v="3" actId="26606"/>
          <ac:picMkLst>
            <pc:docMk/>
            <pc:sldMk cId="2849244621" sldId="256"/>
            <ac:picMk id="4" creationId="{3C3D199D-80C5-36A9-A026-4E18BC4C16C6}"/>
          </ac:picMkLst>
        </pc:picChg>
        <pc:picChg chg="add del">
          <ac:chgData name="(s) Aspasia Theodorou" userId="0c0dda23-ca23-4d90-a2f8-a8dacc4f0d3a" providerId="ADAL" clId="{A494E605-BF39-42A5-9A11-2C1F577C3256}" dt="2026-01-04T12:10:52.186" v="5" actId="26606"/>
          <ac:picMkLst>
            <pc:docMk/>
            <pc:sldMk cId="2849244621" sldId="256"/>
            <ac:picMk id="17" creationId="{98F56349-EFA3-705A-2CE3-6295D744DC18}"/>
          </ac:picMkLst>
        </pc:picChg>
        <pc:picChg chg="add del mod">
          <ac:chgData name="(s) Aspasia Theodorou" userId="0c0dda23-ca23-4d90-a2f8-a8dacc4f0d3a" providerId="ADAL" clId="{A494E605-BF39-42A5-9A11-2C1F577C3256}" dt="2026-01-04T12:11:37.531" v="8" actId="26606"/>
          <ac:picMkLst>
            <pc:docMk/>
            <pc:sldMk cId="2849244621" sldId="256"/>
            <ac:picMk id="20" creationId="{8CA1175E-E9D2-0D50-1B47-BE6B847E0D50}"/>
          </ac:picMkLst>
        </pc:picChg>
        <pc:picChg chg="add mod">
          <ac:chgData name="(s) Aspasia Theodorou" userId="0c0dda23-ca23-4d90-a2f8-a8dacc4f0d3a" providerId="ADAL" clId="{A494E605-BF39-42A5-9A11-2C1F577C3256}" dt="2026-01-04T12:12:41.437" v="14" actId="1076"/>
          <ac:picMkLst>
            <pc:docMk/>
            <pc:sldMk cId="2849244621" sldId="256"/>
            <ac:picMk id="1026" creationId="{5AF74E72-8EC3-AE25-1B46-E439FA228BDB}"/>
          </ac:picMkLst>
        </pc:picChg>
        <pc:cxnChg chg="add del">
          <ac:chgData name="(s) Aspasia Theodorou" userId="0c0dda23-ca23-4d90-a2f8-a8dacc4f0d3a" providerId="ADAL" clId="{A494E605-BF39-42A5-9A11-2C1F577C3256}" dt="2026-01-04T12:10:46.571" v="3" actId="26606"/>
          <ac:cxnSpMkLst>
            <pc:docMk/>
            <pc:sldMk cId="2849244621" sldId="256"/>
            <ac:cxnSpMk id="11" creationId="{6CA391F1-4B2C-521B-F6A5-52C74B30349D}"/>
          </ac:cxnSpMkLst>
        </pc:cxnChg>
        <pc:cxnChg chg="add del">
          <ac:chgData name="(s) Aspasia Theodorou" userId="0c0dda23-ca23-4d90-a2f8-a8dacc4f0d3a" providerId="ADAL" clId="{A494E605-BF39-42A5-9A11-2C1F577C3256}" dt="2026-01-04T12:10:52.186" v="5" actId="26606"/>
          <ac:cxnSpMkLst>
            <pc:docMk/>
            <pc:sldMk cId="2849244621" sldId="256"/>
            <ac:cxnSpMk id="15" creationId="{90236859-7780-1451-40B8-74A77E2715DD}"/>
          </ac:cxnSpMkLst>
        </pc:cxnChg>
        <pc:cxnChg chg="add del">
          <ac:chgData name="(s) Aspasia Theodorou" userId="0c0dda23-ca23-4d90-a2f8-a8dacc4f0d3a" providerId="ADAL" clId="{A494E605-BF39-42A5-9A11-2C1F577C3256}" dt="2026-01-04T12:10:52.186" v="5" actId="26606"/>
          <ac:cxnSpMkLst>
            <pc:docMk/>
            <pc:sldMk cId="2849244621" sldId="256"/>
            <ac:cxnSpMk id="16" creationId="{EE2E603F-4A95-4FE8-BB06-211DFD75DBEF}"/>
          </ac:cxnSpMkLst>
        </pc:cxnChg>
      </pc:sldChg>
      <pc:sldChg chg="addSp delSp modSp add mod setBg chgLayout">
        <pc:chgData name="(s) Aspasia Theodorou" userId="0c0dda23-ca23-4d90-a2f8-a8dacc4f0d3a" providerId="ADAL" clId="{A494E605-BF39-42A5-9A11-2C1F577C3256}" dt="2026-01-04T12:24:20.562" v="324" actId="1076"/>
        <pc:sldMkLst>
          <pc:docMk/>
          <pc:sldMk cId="2577942836" sldId="257"/>
        </pc:sldMkLst>
        <pc:spChg chg="del mod">
          <ac:chgData name="(s) Aspasia Theodorou" userId="0c0dda23-ca23-4d90-a2f8-a8dacc4f0d3a" providerId="ADAL" clId="{A494E605-BF39-42A5-9A11-2C1F577C3256}" dt="2026-01-04T12:15:25.168" v="22" actId="478"/>
          <ac:spMkLst>
            <pc:docMk/>
            <pc:sldMk cId="2577942836" sldId="257"/>
            <ac:spMk id="2" creationId="{6545D328-D711-A5D2-A81E-1BC831A5B4FE}"/>
          </ac:spMkLst>
        </pc:spChg>
        <pc:spChg chg="add del mod">
          <ac:chgData name="(s) Aspasia Theodorou" userId="0c0dda23-ca23-4d90-a2f8-a8dacc4f0d3a" providerId="ADAL" clId="{A494E605-BF39-42A5-9A11-2C1F577C3256}" dt="2026-01-04T12:16:27.548" v="56" actId="478"/>
          <ac:spMkLst>
            <pc:docMk/>
            <pc:sldMk cId="2577942836" sldId="257"/>
            <ac:spMk id="3" creationId="{FF5F1079-F40E-F582-0A7E-627D6DCB6304}"/>
          </ac:spMkLst>
        </pc:spChg>
        <pc:spChg chg="add mod ord">
          <ac:chgData name="(s) Aspasia Theodorou" userId="0c0dda23-ca23-4d90-a2f8-a8dacc4f0d3a" providerId="ADAL" clId="{A494E605-BF39-42A5-9A11-2C1F577C3256}" dt="2026-01-04T12:22:25.917" v="266" actId="114"/>
          <ac:spMkLst>
            <pc:docMk/>
            <pc:sldMk cId="2577942836" sldId="257"/>
            <ac:spMk id="6" creationId="{43B62965-DB6D-BB0E-7382-1E435E885B5C}"/>
          </ac:spMkLst>
        </pc:spChg>
        <pc:spChg chg="add del mod ord">
          <ac:chgData name="(s) Aspasia Theodorou" userId="0c0dda23-ca23-4d90-a2f8-a8dacc4f0d3a" providerId="ADAL" clId="{A494E605-BF39-42A5-9A11-2C1F577C3256}" dt="2026-01-04T12:19:16.305" v="130"/>
          <ac:spMkLst>
            <pc:docMk/>
            <pc:sldMk cId="2577942836" sldId="257"/>
            <ac:spMk id="7" creationId="{0ED9AB1A-5159-3D40-28E8-12CBE3FA1D05}"/>
          </ac:spMkLst>
        </pc:spChg>
        <pc:spChg chg="add mod">
          <ac:chgData name="(s) Aspasia Theodorou" userId="0c0dda23-ca23-4d90-a2f8-a8dacc4f0d3a" providerId="ADAL" clId="{A494E605-BF39-42A5-9A11-2C1F577C3256}" dt="2026-01-04T12:24:18.203" v="323" actId="1076"/>
          <ac:spMkLst>
            <pc:docMk/>
            <pc:sldMk cId="2577942836" sldId="257"/>
            <ac:spMk id="8" creationId="{B40C132B-402F-6439-82AA-341AACE88341}"/>
          </ac:spMkLst>
        </pc:spChg>
        <pc:spChg chg="add mod">
          <ac:chgData name="(s) Aspasia Theodorou" userId="0c0dda23-ca23-4d90-a2f8-a8dacc4f0d3a" providerId="ADAL" clId="{A494E605-BF39-42A5-9A11-2C1F577C3256}" dt="2026-01-04T12:24:20.562" v="324" actId="1076"/>
          <ac:spMkLst>
            <pc:docMk/>
            <pc:sldMk cId="2577942836" sldId="257"/>
            <ac:spMk id="9" creationId="{90A3E3C5-EBD2-CC72-7D63-3638A4D87ABC}"/>
          </ac:spMkLst>
        </pc:spChg>
        <pc:spChg chg="add del">
          <ac:chgData name="(s) Aspasia Theodorou" userId="0c0dda23-ca23-4d90-a2f8-a8dacc4f0d3a" providerId="ADAL" clId="{A494E605-BF39-42A5-9A11-2C1F577C3256}" dt="2026-01-04T12:16:04.942" v="39" actId="26606"/>
          <ac:spMkLst>
            <pc:docMk/>
            <pc:sldMk cId="2577942836" sldId="257"/>
            <ac:spMk id="1028" creationId="{466A9AE5-69DF-4153-B35A-94BDEF32EB06}"/>
          </ac:spMkLst>
        </pc:spChg>
        <pc:spChg chg="add del">
          <ac:chgData name="(s) Aspasia Theodorou" userId="0c0dda23-ca23-4d90-a2f8-a8dacc4f0d3a" providerId="ADAL" clId="{A494E605-BF39-42A5-9A11-2C1F577C3256}" dt="2026-01-04T12:16:20.206" v="51" actId="26606"/>
          <ac:spMkLst>
            <pc:docMk/>
            <pc:sldMk cId="2577942836" sldId="257"/>
            <ac:spMk id="1029" creationId="{A67AC8C2-7CB1-4E9C-8AB7-47B632D436C3}"/>
          </ac:spMkLst>
        </pc:spChg>
        <pc:spChg chg="add del">
          <ac:chgData name="(s) Aspasia Theodorou" userId="0c0dda23-ca23-4d90-a2f8-a8dacc4f0d3a" providerId="ADAL" clId="{A494E605-BF39-42A5-9A11-2C1F577C3256}" dt="2026-01-04T12:16:20.206" v="51" actId="26606"/>
          <ac:spMkLst>
            <pc:docMk/>
            <pc:sldMk cId="2577942836" sldId="257"/>
            <ac:spMk id="1030" creationId="{B298CEC4-AAEA-44CE-9159-E949362D42B4}"/>
          </ac:spMkLst>
        </pc:spChg>
        <pc:spChg chg="add del">
          <ac:chgData name="(s) Aspasia Theodorou" userId="0c0dda23-ca23-4d90-a2f8-a8dacc4f0d3a" providerId="ADAL" clId="{A494E605-BF39-42A5-9A11-2C1F577C3256}" dt="2026-01-04T12:16:03.134" v="35" actId="26606"/>
          <ac:spMkLst>
            <pc:docMk/>
            <pc:sldMk cId="2577942836" sldId="257"/>
            <ac:spMk id="1031" creationId="{65041AB2-A9B4-4D3F-B120-38E7860A8F1A}"/>
          </ac:spMkLst>
        </pc:spChg>
        <pc:spChg chg="add del">
          <ac:chgData name="(s) Aspasia Theodorou" userId="0c0dda23-ca23-4d90-a2f8-a8dacc4f0d3a" providerId="ADAL" clId="{A494E605-BF39-42A5-9A11-2C1F577C3256}" dt="2026-01-04T12:16:04.942" v="39" actId="26606"/>
          <ac:spMkLst>
            <pc:docMk/>
            <pc:sldMk cId="2577942836" sldId="257"/>
            <ac:spMk id="1033" creationId="{159B5318-27A8-4E50-80D9-B92D4F28EA61}"/>
          </ac:spMkLst>
        </pc:spChg>
        <pc:spChg chg="add del">
          <ac:chgData name="(s) Aspasia Theodorou" userId="0c0dda23-ca23-4d90-a2f8-a8dacc4f0d3a" providerId="ADAL" clId="{A494E605-BF39-42A5-9A11-2C1F577C3256}" dt="2026-01-04T12:16:13.513" v="41" actId="26606"/>
          <ac:spMkLst>
            <pc:docMk/>
            <pc:sldMk cId="2577942836" sldId="257"/>
            <ac:spMk id="1035" creationId="{C02C7B47-DF2D-46D9-9584-5C83FCA86FCA}"/>
          </ac:spMkLst>
        </pc:spChg>
        <pc:spChg chg="add del">
          <ac:chgData name="(s) Aspasia Theodorou" userId="0c0dda23-ca23-4d90-a2f8-a8dacc4f0d3a" providerId="ADAL" clId="{A494E605-BF39-42A5-9A11-2C1F577C3256}" dt="2026-01-04T12:16:13.513" v="41" actId="26606"/>
          <ac:spMkLst>
            <pc:docMk/>
            <pc:sldMk cId="2577942836" sldId="257"/>
            <ac:spMk id="1036" creationId="{348541E3-A59C-41D3-85D2-70F0E0E9B641}"/>
          </ac:spMkLst>
        </pc:spChg>
        <pc:spChg chg="add del">
          <ac:chgData name="(s) Aspasia Theodorou" userId="0c0dda23-ca23-4d90-a2f8-a8dacc4f0d3a" providerId="ADAL" clId="{A494E605-BF39-42A5-9A11-2C1F577C3256}" dt="2026-01-04T12:16:14.910" v="43" actId="26606"/>
          <ac:spMkLst>
            <pc:docMk/>
            <pc:sldMk cId="2577942836" sldId="257"/>
            <ac:spMk id="1038" creationId="{4F76AACD-38AE-4ED6-9340-D9779235886D}"/>
          </ac:spMkLst>
        </pc:spChg>
        <pc:spChg chg="add del">
          <ac:chgData name="(s) Aspasia Theodorou" userId="0c0dda23-ca23-4d90-a2f8-a8dacc4f0d3a" providerId="ADAL" clId="{A494E605-BF39-42A5-9A11-2C1F577C3256}" dt="2026-01-04T12:16:14.910" v="43" actId="26606"/>
          <ac:spMkLst>
            <pc:docMk/>
            <pc:sldMk cId="2577942836" sldId="257"/>
            <ac:spMk id="1039" creationId="{75781A7A-4894-41BF-91BF-436A9ABDB83D}"/>
          </ac:spMkLst>
        </pc:spChg>
        <pc:spChg chg="add del">
          <ac:chgData name="(s) Aspasia Theodorou" userId="0c0dda23-ca23-4d90-a2f8-a8dacc4f0d3a" providerId="ADAL" clId="{A494E605-BF39-42A5-9A11-2C1F577C3256}" dt="2026-01-04T12:16:15.776" v="45" actId="26606"/>
          <ac:spMkLst>
            <pc:docMk/>
            <pc:sldMk cId="2577942836" sldId="257"/>
            <ac:spMk id="1041" creationId="{EC68AF0A-D6AC-44E0-90FC-DAE12BB4783A}"/>
          </ac:spMkLst>
        </pc:spChg>
        <pc:spChg chg="add del">
          <ac:chgData name="(s) Aspasia Theodorou" userId="0c0dda23-ca23-4d90-a2f8-a8dacc4f0d3a" providerId="ADAL" clId="{A494E605-BF39-42A5-9A11-2C1F577C3256}" dt="2026-01-04T12:16:15.776" v="45" actId="26606"/>
          <ac:spMkLst>
            <pc:docMk/>
            <pc:sldMk cId="2577942836" sldId="257"/>
            <ac:spMk id="1042" creationId="{0691CB35-CBDC-44BB-880D-00A544D5A82E}"/>
          </ac:spMkLst>
        </pc:spChg>
        <pc:picChg chg="add mod">
          <ac:chgData name="(s) Aspasia Theodorou" userId="0c0dda23-ca23-4d90-a2f8-a8dacc4f0d3a" providerId="ADAL" clId="{A494E605-BF39-42A5-9A11-2C1F577C3256}" dt="2026-01-04T12:22:53.058" v="267" actId="1076"/>
          <ac:picMkLst>
            <pc:docMk/>
            <pc:sldMk cId="2577942836" sldId="257"/>
            <ac:picMk id="5" creationId="{4B7EB0A1-6F7B-DB08-7A0A-B9E08790535C}"/>
          </ac:picMkLst>
        </pc:picChg>
        <pc:picChg chg="ord">
          <ac:chgData name="(s) Aspasia Theodorou" userId="0c0dda23-ca23-4d90-a2f8-a8dacc4f0d3a" providerId="ADAL" clId="{A494E605-BF39-42A5-9A11-2C1F577C3256}" dt="2026-01-04T12:16:20.960" v="53" actId="26606"/>
          <ac:picMkLst>
            <pc:docMk/>
            <pc:sldMk cId="2577942836" sldId="257"/>
            <ac:picMk id="1026" creationId="{5B9C1FDC-2E47-4755-AF04-4BDB06F1E96B}"/>
          </ac:picMkLst>
        </pc:picChg>
      </pc:sldChg>
      <pc:sldChg chg="modSp add del setBg">
        <pc:chgData name="(s) Aspasia Theodorou" userId="0c0dda23-ca23-4d90-a2f8-a8dacc4f0d3a" providerId="ADAL" clId="{A494E605-BF39-42A5-9A11-2C1F577C3256}" dt="2026-01-04T12:37:43.252" v="903" actId="47"/>
        <pc:sldMkLst>
          <pc:docMk/>
          <pc:sldMk cId="2898198353" sldId="258"/>
        </pc:sldMkLst>
        <pc:spChg chg="mod">
          <ac:chgData name="(s) Aspasia Theodorou" userId="0c0dda23-ca23-4d90-a2f8-a8dacc4f0d3a" providerId="ADAL" clId="{A494E605-BF39-42A5-9A11-2C1F577C3256}" dt="2026-01-04T12:16:38.559" v="61"/>
          <ac:spMkLst>
            <pc:docMk/>
            <pc:sldMk cId="2898198353" sldId="258"/>
            <ac:spMk id="2" creationId="{1670DCAF-ADDF-B978-7A35-111ABD96114B}"/>
          </ac:spMkLst>
        </pc:spChg>
        <pc:spChg chg="mod">
          <ac:chgData name="(s) Aspasia Theodorou" userId="0c0dda23-ca23-4d90-a2f8-a8dacc4f0d3a" providerId="ADAL" clId="{A494E605-BF39-42A5-9A11-2C1F577C3256}" dt="2026-01-04T12:16:38.559" v="61"/>
          <ac:spMkLst>
            <pc:docMk/>
            <pc:sldMk cId="2898198353" sldId="258"/>
            <ac:spMk id="3" creationId="{DB191DC0-62E1-8138-4780-F2D09FD622D7}"/>
          </ac:spMkLst>
        </pc:spChg>
      </pc:sldChg>
      <pc:sldChg chg="modSp add del setBg">
        <pc:chgData name="(s) Aspasia Theodorou" userId="0c0dda23-ca23-4d90-a2f8-a8dacc4f0d3a" providerId="ADAL" clId="{A494E605-BF39-42A5-9A11-2C1F577C3256}" dt="2026-01-04T12:37:43.870" v="904" actId="47"/>
        <pc:sldMkLst>
          <pc:docMk/>
          <pc:sldMk cId="3679091031" sldId="259"/>
        </pc:sldMkLst>
        <pc:spChg chg="mod">
          <ac:chgData name="(s) Aspasia Theodorou" userId="0c0dda23-ca23-4d90-a2f8-a8dacc4f0d3a" providerId="ADAL" clId="{A494E605-BF39-42A5-9A11-2C1F577C3256}" dt="2026-01-04T12:16:38.559" v="61"/>
          <ac:spMkLst>
            <pc:docMk/>
            <pc:sldMk cId="3679091031" sldId="259"/>
            <ac:spMk id="2" creationId="{FC363442-7103-6029-7C7B-8AC3831246C3}"/>
          </ac:spMkLst>
        </pc:spChg>
        <pc:spChg chg="mod">
          <ac:chgData name="(s) Aspasia Theodorou" userId="0c0dda23-ca23-4d90-a2f8-a8dacc4f0d3a" providerId="ADAL" clId="{A494E605-BF39-42A5-9A11-2C1F577C3256}" dt="2026-01-04T12:16:38.559" v="61"/>
          <ac:spMkLst>
            <pc:docMk/>
            <pc:sldMk cId="3679091031" sldId="259"/>
            <ac:spMk id="3" creationId="{BBDCD1B0-68C7-CA6F-5D26-D1CD9023FBC9}"/>
          </ac:spMkLst>
        </pc:spChg>
      </pc:sldChg>
      <pc:sldChg chg="modSp add del setBg">
        <pc:chgData name="(s) Aspasia Theodorou" userId="0c0dda23-ca23-4d90-a2f8-a8dacc4f0d3a" providerId="ADAL" clId="{A494E605-BF39-42A5-9A11-2C1F577C3256}" dt="2026-01-04T12:37:44.816" v="905" actId="47"/>
        <pc:sldMkLst>
          <pc:docMk/>
          <pc:sldMk cId="346533550" sldId="260"/>
        </pc:sldMkLst>
        <pc:spChg chg="mod">
          <ac:chgData name="(s) Aspasia Theodorou" userId="0c0dda23-ca23-4d90-a2f8-a8dacc4f0d3a" providerId="ADAL" clId="{A494E605-BF39-42A5-9A11-2C1F577C3256}" dt="2026-01-04T12:16:38.559" v="61"/>
          <ac:spMkLst>
            <pc:docMk/>
            <pc:sldMk cId="346533550" sldId="260"/>
            <ac:spMk id="2" creationId="{A36CF4A0-5433-665C-62DA-1ED4678C7461}"/>
          </ac:spMkLst>
        </pc:spChg>
        <pc:spChg chg="mod">
          <ac:chgData name="(s) Aspasia Theodorou" userId="0c0dda23-ca23-4d90-a2f8-a8dacc4f0d3a" providerId="ADAL" clId="{A494E605-BF39-42A5-9A11-2C1F577C3256}" dt="2026-01-04T12:16:38.559" v="61"/>
          <ac:spMkLst>
            <pc:docMk/>
            <pc:sldMk cId="346533550" sldId="260"/>
            <ac:spMk id="3" creationId="{A5164426-7F22-AF80-631F-9F51DFB01D8B}"/>
          </ac:spMkLst>
        </pc:spChg>
      </pc:sldChg>
      <pc:sldChg chg="addSp delSp modSp add mod modNotesTx">
        <pc:chgData name="(s) Aspasia Theodorou" userId="0c0dda23-ca23-4d90-a2f8-a8dacc4f0d3a" providerId="ADAL" clId="{A494E605-BF39-42A5-9A11-2C1F577C3256}" dt="2026-01-04T12:32:33.534" v="634" actId="20577"/>
        <pc:sldMkLst>
          <pc:docMk/>
          <pc:sldMk cId="3536273896" sldId="261"/>
        </pc:sldMkLst>
        <pc:spChg chg="mod">
          <ac:chgData name="(s) Aspasia Theodorou" userId="0c0dda23-ca23-4d90-a2f8-a8dacc4f0d3a" providerId="ADAL" clId="{A494E605-BF39-42A5-9A11-2C1F577C3256}" dt="2026-01-04T12:32:33.534" v="634" actId="20577"/>
          <ac:spMkLst>
            <pc:docMk/>
            <pc:sldMk cId="3536273896" sldId="261"/>
            <ac:spMk id="2" creationId="{171B3ED1-B0B1-D281-CE8C-368E4B0FD85F}"/>
          </ac:spMkLst>
        </pc:spChg>
        <pc:spChg chg="del mod">
          <ac:chgData name="(s) Aspasia Theodorou" userId="0c0dda23-ca23-4d90-a2f8-a8dacc4f0d3a" providerId="ADAL" clId="{A494E605-BF39-42A5-9A11-2C1F577C3256}" dt="2026-01-04T12:29:43.102" v="431" actId="478"/>
          <ac:spMkLst>
            <pc:docMk/>
            <pc:sldMk cId="3536273896" sldId="261"/>
            <ac:spMk id="3" creationId="{C92E84A2-BA22-F624-88F8-5ED4990A524E}"/>
          </ac:spMkLst>
        </pc:spChg>
        <pc:spChg chg="add mod">
          <ac:chgData name="(s) Aspasia Theodorou" userId="0c0dda23-ca23-4d90-a2f8-a8dacc4f0d3a" providerId="ADAL" clId="{A494E605-BF39-42A5-9A11-2C1F577C3256}" dt="2026-01-04T12:32:22.360" v="633" actId="20577"/>
          <ac:spMkLst>
            <pc:docMk/>
            <pc:sldMk cId="3536273896" sldId="261"/>
            <ac:spMk id="4" creationId="{E67AB2FB-5CD3-57D4-AC9F-604F8542C760}"/>
          </ac:spMkLst>
        </pc:spChg>
        <pc:spChg chg="add del mod">
          <ac:chgData name="(s) Aspasia Theodorou" userId="0c0dda23-ca23-4d90-a2f8-a8dacc4f0d3a" providerId="ADAL" clId="{A494E605-BF39-42A5-9A11-2C1F577C3256}" dt="2026-01-04T12:29:45.654" v="432" actId="478"/>
          <ac:spMkLst>
            <pc:docMk/>
            <pc:sldMk cId="3536273896" sldId="261"/>
            <ac:spMk id="6" creationId="{DCDB6EE9-9994-EAEB-9D4A-EF9848936468}"/>
          </ac:spMkLst>
        </pc:spChg>
      </pc:sldChg>
      <pc:sldChg chg="addSp modSp add mod modNotesTx">
        <pc:chgData name="(s) Aspasia Theodorou" userId="0c0dda23-ca23-4d90-a2f8-a8dacc4f0d3a" providerId="ADAL" clId="{A494E605-BF39-42A5-9A11-2C1F577C3256}" dt="2026-01-04T12:37:17.396" v="901" actId="20577"/>
        <pc:sldMkLst>
          <pc:docMk/>
          <pc:sldMk cId="322291644" sldId="262"/>
        </pc:sldMkLst>
        <pc:spChg chg="mod">
          <ac:chgData name="(s) Aspasia Theodorou" userId="0c0dda23-ca23-4d90-a2f8-a8dacc4f0d3a" providerId="ADAL" clId="{A494E605-BF39-42A5-9A11-2C1F577C3256}" dt="2026-01-04T12:33:31.245" v="681" actId="20577"/>
          <ac:spMkLst>
            <pc:docMk/>
            <pc:sldMk cId="322291644" sldId="262"/>
            <ac:spMk id="2" creationId="{FABA7FF6-988C-1B4D-138E-50B3F3F70078}"/>
          </ac:spMkLst>
        </pc:spChg>
        <pc:spChg chg="add">
          <ac:chgData name="(s) Aspasia Theodorou" userId="0c0dda23-ca23-4d90-a2f8-a8dacc4f0d3a" providerId="ADAL" clId="{A494E605-BF39-42A5-9A11-2C1F577C3256}" dt="2026-01-04T12:34:30.427" v="682"/>
          <ac:spMkLst>
            <pc:docMk/>
            <pc:sldMk cId="322291644" sldId="262"/>
            <ac:spMk id="3" creationId="{ED869895-47DA-7105-8D6C-3775984D64DB}"/>
          </ac:spMkLst>
        </pc:spChg>
        <pc:spChg chg="mod">
          <ac:chgData name="(s) Aspasia Theodorou" userId="0c0dda23-ca23-4d90-a2f8-a8dacc4f0d3a" providerId="ADAL" clId="{A494E605-BF39-42A5-9A11-2C1F577C3256}" dt="2026-01-04T12:35:32.915" v="897" actId="20577"/>
          <ac:spMkLst>
            <pc:docMk/>
            <pc:sldMk cId="322291644" sldId="262"/>
            <ac:spMk id="4" creationId="{E06702E8-312E-57E3-2B40-517615D7E2C9}"/>
          </ac:spMkLst>
        </pc:spChg>
        <pc:spChg chg="add mod">
          <ac:chgData name="(s) Aspasia Theodorou" userId="0c0dda23-ca23-4d90-a2f8-a8dacc4f0d3a" providerId="ADAL" clId="{A494E605-BF39-42A5-9A11-2C1F577C3256}" dt="2026-01-04T12:34:51.678" v="718" actId="15"/>
          <ac:spMkLst>
            <pc:docMk/>
            <pc:sldMk cId="322291644" sldId="262"/>
            <ac:spMk id="5" creationId="{77D178A5-D87B-935F-8189-46CDDBAB97AE}"/>
          </ac:spMkLst>
        </pc:spChg>
      </pc:sldChg>
      <pc:sldChg chg="addSp delSp modSp add mod setBg modNotesTx">
        <pc:chgData name="(s) Aspasia Theodorou" userId="0c0dda23-ca23-4d90-a2f8-a8dacc4f0d3a" providerId="ADAL" clId="{A494E605-BF39-42A5-9A11-2C1F577C3256}" dt="2026-01-04T13:12:19.235" v="1348" actId="14100"/>
        <pc:sldMkLst>
          <pc:docMk/>
          <pc:sldMk cId="2682440855" sldId="263"/>
        </pc:sldMkLst>
        <pc:spChg chg="mod">
          <ac:chgData name="(s) Aspasia Theodorou" userId="0c0dda23-ca23-4d90-a2f8-a8dacc4f0d3a" providerId="ADAL" clId="{A494E605-BF39-42A5-9A11-2C1F577C3256}" dt="2026-01-04T12:48:26.159" v="985" actId="26606"/>
          <ac:spMkLst>
            <pc:docMk/>
            <pc:sldMk cId="2682440855" sldId="263"/>
            <ac:spMk id="2" creationId="{BF6ED691-12D8-3520-E69D-7FFE0344898E}"/>
          </ac:spMkLst>
        </pc:spChg>
        <pc:spChg chg="mod">
          <ac:chgData name="(s) Aspasia Theodorou" userId="0c0dda23-ca23-4d90-a2f8-a8dacc4f0d3a" providerId="ADAL" clId="{A494E605-BF39-42A5-9A11-2C1F577C3256}" dt="2026-01-04T12:48:26.159" v="985" actId="26606"/>
          <ac:spMkLst>
            <pc:docMk/>
            <pc:sldMk cId="2682440855" sldId="263"/>
            <ac:spMk id="4" creationId="{6ED1C788-D170-9A7F-A51D-BB31702E8FF9}"/>
          </ac:spMkLst>
        </pc:spChg>
        <pc:spChg chg="add mod">
          <ac:chgData name="(s) Aspasia Theodorou" userId="0c0dda23-ca23-4d90-a2f8-a8dacc4f0d3a" providerId="ADAL" clId="{A494E605-BF39-42A5-9A11-2C1F577C3256}" dt="2026-01-04T13:11:34.218" v="1332" actId="14100"/>
          <ac:spMkLst>
            <pc:docMk/>
            <pc:sldMk cId="2682440855" sldId="263"/>
            <ac:spMk id="16" creationId="{C1EE429D-C8FF-71F5-19A1-2EAB024F6962}"/>
          </ac:spMkLst>
        </pc:spChg>
        <pc:spChg chg="add mod">
          <ac:chgData name="(s) Aspasia Theodorou" userId="0c0dda23-ca23-4d90-a2f8-a8dacc4f0d3a" providerId="ADAL" clId="{A494E605-BF39-42A5-9A11-2C1F577C3256}" dt="2026-01-04T13:07:49.331" v="1246" actId="14100"/>
          <ac:spMkLst>
            <pc:docMk/>
            <pc:sldMk cId="2682440855" sldId="263"/>
            <ac:spMk id="18" creationId="{6AFE5F05-A75D-0FE4-9DF9-9C94C48CA3E7}"/>
          </ac:spMkLst>
        </pc:spChg>
        <pc:spChg chg="add mod">
          <ac:chgData name="(s) Aspasia Theodorou" userId="0c0dda23-ca23-4d90-a2f8-a8dacc4f0d3a" providerId="ADAL" clId="{A494E605-BF39-42A5-9A11-2C1F577C3256}" dt="2026-01-04T13:11:39.144" v="1334" actId="1076"/>
          <ac:spMkLst>
            <pc:docMk/>
            <pc:sldMk cId="2682440855" sldId="263"/>
            <ac:spMk id="19" creationId="{6F73F33E-8784-3210-6CCD-6F9FBD201225}"/>
          </ac:spMkLst>
        </pc:spChg>
        <pc:spChg chg="add mod">
          <ac:chgData name="(s) Aspasia Theodorou" userId="0c0dda23-ca23-4d90-a2f8-a8dacc4f0d3a" providerId="ADAL" clId="{A494E605-BF39-42A5-9A11-2C1F577C3256}" dt="2026-01-04T13:11:48.339" v="1337" actId="1076"/>
          <ac:spMkLst>
            <pc:docMk/>
            <pc:sldMk cId="2682440855" sldId="263"/>
            <ac:spMk id="21" creationId="{535FF194-659D-C088-58C4-9373EED7198E}"/>
          </ac:spMkLst>
        </pc:spChg>
        <pc:spChg chg="add mod">
          <ac:chgData name="(s) Aspasia Theodorou" userId="0c0dda23-ca23-4d90-a2f8-a8dacc4f0d3a" providerId="ADAL" clId="{A494E605-BF39-42A5-9A11-2C1F577C3256}" dt="2026-01-04T13:12:10.234" v="1345" actId="1076"/>
          <ac:spMkLst>
            <pc:docMk/>
            <pc:sldMk cId="2682440855" sldId="263"/>
            <ac:spMk id="27" creationId="{5F915982-10E7-F91E-5EB2-F037406CB8D9}"/>
          </ac:spMkLst>
        </pc:spChg>
        <pc:spChg chg="add mod">
          <ac:chgData name="(s) Aspasia Theodorou" userId="0c0dda23-ca23-4d90-a2f8-a8dacc4f0d3a" providerId="ADAL" clId="{A494E605-BF39-42A5-9A11-2C1F577C3256}" dt="2026-01-04T13:11:53.573" v="1339" actId="1076"/>
          <ac:spMkLst>
            <pc:docMk/>
            <pc:sldMk cId="2682440855" sldId="263"/>
            <ac:spMk id="29" creationId="{39734163-BCA6-025C-C99F-BCCFE17675F7}"/>
          </ac:spMkLst>
        </pc:spChg>
        <pc:spChg chg="add mod">
          <ac:chgData name="(s) Aspasia Theodorou" userId="0c0dda23-ca23-4d90-a2f8-a8dacc4f0d3a" providerId="ADAL" clId="{A494E605-BF39-42A5-9A11-2C1F577C3256}" dt="2026-01-04T13:07:25.334" v="1237" actId="14100"/>
          <ac:spMkLst>
            <pc:docMk/>
            <pc:sldMk cId="2682440855" sldId="263"/>
            <ac:spMk id="58" creationId="{CB776314-30F2-5680-3F1B-73894F7F6E0D}"/>
          </ac:spMkLst>
        </pc:spChg>
        <pc:spChg chg="add del">
          <ac:chgData name="(s) Aspasia Theodorou" userId="0c0dda23-ca23-4d90-a2f8-a8dacc4f0d3a" providerId="ADAL" clId="{A494E605-BF39-42A5-9A11-2C1F577C3256}" dt="2026-01-04T12:48:26.159" v="985" actId="26606"/>
          <ac:spMkLst>
            <pc:docMk/>
            <pc:sldMk cId="2682440855" sldId="263"/>
            <ac:spMk id="1059" creationId="{1996130F-9AB5-4DE9-8574-3AF891C5C172}"/>
          </ac:spMkLst>
        </pc:spChg>
        <pc:spChg chg="add del">
          <ac:chgData name="(s) Aspasia Theodorou" userId="0c0dda23-ca23-4d90-a2f8-a8dacc4f0d3a" providerId="ADAL" clId="{A494E605-BF39-42A5-9A11-2C1F577C3256}" dt="2026-01-04T12:48:26.159" v="985" actId="26606"/>
          <ac:spMkLst>
            <pc:docMk/>
            <pc:sldMk cId="2682440855" sldId="263"/>
            <ac:spMk id="1061" creationId="{7326F4E6-9131-42DA-97B2-0BA8D1E258AD}"/>
          </ac:spMkLst>
        </pc:spChg>
        <pc:spChg chg="add del">
          <ac:chgData name="(s) Aspasia Theodorou" userId="0c0dda23-ca23-4d90-a2f8-a8dacc4f0d3a" providerId="ADAL" clId="{A494E605-BF39-42A5-9A11-2C1F577C3256}" dt="2026-01-04T12:48:26.159" v="985" actId="26606"/>
          <ac:spMkLst>
            <pc:docMk/>
            <pc:sldMk cId="2682440855" sldId="263"/>
            <ac:spMk id="1063" creationId="{3F4C104D-5F30-4811-9376-566B26E4719A}"/>
          </ac:spMkLst>
        </pc:spChg>
        <pc:spChg chg="add del">
          <ac:chgData name="(s) Aspasia Theodorou" userId="0c0dda23-ca23-4d90-a2f8-a8dacc4f0d3a" providerId="ADAL" clId="{A494E605-BF39-42A5-9A11-2C1F577C3256}" dt="2026-01-04T12:48:26.159" v="985" actId="26606"/>
          <ac:spMkLst>
            <pc:docMk/>
            <pc:sldMk cId="2682440855" sldId="263"/>
            <ac:spMk id="1065" creationId="{0815E34B-5D02-4E01-A936-E8E1C0AB6F12}"/>
          </ac:spMkLst>
        </pc:spChg>
        <pc:spChg chg="add del">
          <ac:chgData name="(s) Aspasia Theodorou" userId="0c0dda23-ca23-4d90-a2f8-a8dacc4f0d3a" providerId="ADAL" clId="{A494E605-BF39-42A5-9A11-2C1F577C3256}" dt="2026-01-04T12:48:26.159" v="985" actId="26606"/>
          <ac:spMkLst>
            <pc:docMk/>
            <pc:sldMk cId="2682440855" sldId="263"/>
            <ac:spMk id="1067" creationId="{7DE3414B-B032-4710-A468-D3285E38C5FF}"/>
          </ac:spMkLst>
        </pc:spChg>
        <pc:grpChg chg="add del">
          <ac:chgData name="(s) Aspasia Theodorou" userId="0c0dda23-ca23-4d90-a2f8-a8dacc4f0d3a" providerId="ADAL" clId="{A494E605-BF39-42A5-9A11-2C1F577C3256}" dt="2026-01-04T12:48:26.159" v="985" actId="26606"/>
          <ac:grpSpMkLst>
            <pc:docMk/>
            <pc:sldMk cId="2682440855" sldId="263"/>
            <ac:grpSpMk id="1045" creationId="{E312DBA5-56D8-42B2-BA94-28168C2A6703}"/>
          </ac:grpSpMkLst>
        </pc:grpChg>
        <pc:picChg chg="add mod">
          <ac:chgData name="(s) Aspasia Theodorou" userId="0c0dda23-ca23-4d90-a2f8-a8dacc4f0d3a" providerId="ADAL" clId="{A494E605-BF39-42A5-9A11-2C1F577C3256}" dt="2026-01-04T12:50:07.155" v="998" actId="1076"/>
          <ac:picMkLst>
            <pc:docMk/>
            <pc:sldMk cId="2682440855" sldId="263"/>
            <ac:picMk id="5" creationId="{8B94B314-A691-3241-BC84-A9B78E600972}"/>
          </ac:picMkLst>
        </pc:picChg>
        <pc:picChg chg="ord">
          <ac:chgData name="(s) Aspasia Theodorou" userId="0c0dda23-ca23-4d90-a2f8-a8dacc4f0d3a" providerId="ADAL" clId="{A494E605-BF39-42A5-9A11-2C1F577C3256}" dt="2026-01-04T12:48:26.159" v="985" actId="26606"/>
          <ac:picMkLst>
            <pc:docMk/>
            <pc:sldMk cId="2682440855" sldId="263"/>
            <ac:picMk id="1026" creationId="{9BA3106F-D1AC-8079-64B2-0D6CDADBE099}"/>
          </ac:picMkLst>
        </pc:picChg>
        <pc:cxnChg chg="add del mod">
          <ac:chgData name="(s) Aspasia Theodorou" userId="0c0dda23-ca23-4d90-a2f8-a8dacc4f0d3a" providerId="ADAL" clId="{A494E605-BF39-42A5-9A11-2C1F577C3256}" dt="2026-01-04T13:04:33.754" v="1206" actId="478"/>
          <ac:cxnSpMkLst>
            <pc:docMk/>
            <pc:sldMk cId="2682440855" sldId="263"/>
            <ac:cxnSpMk id="7" creationId="{49469DA8-23FC-792F-9F84-D9BDF1A27A4F}"/>
          </ac:cxnSpMkLst>
        </pc:cxnChg>
        <pc:cxnChg chg="add del mod">
          <ac:chgData name="(s) Aspasia Theodorou" userId="0c0dda23-ca23-4d90-a2f8-a8dacc4f0d3a" providerId="ADAL" clId="{A494E605-BF39-42A5-9A11-2C1F577C3256}" dt="2026-01-04T13:01:47.964" v="1195" actId="478"/>
          <ac:cxnSpMkLst>
            <pc:docMk/>
            <pc:sldMk cId="2682440855" sldId="263"/>
            <ac:cxnSpMk id="8" creationId="{8D3FC0BE-F503-E311-135D-4A460412A98B}"/>
          </ac:cxnSpMkLst>
        </pc:cxnChg>
        <pc:cxnChg chg="add del mod">
          <ac:chgData name="(s) Aspasia Theodorou" userId="0c0dda23-ca23-4d90-a2f8-a8dacc4f0d3a" providerId="ADAL" clId="{A494E605-BF39-42A5-9A11-2C1F577C3256}" dt="2026-01-04T13:04:33.754" v="1206" actId="478"/>
          <ac:cxnSpMkLst>
            <pc:docMk/>
            <pc:sldMk cId="2682440855" sldId="263"/>
            <ac:cxnSpMk id="10" creationId="{F7C6FFF8-1A12-B6BD-6C9D-29D55142E768}"/>
          </ac:cxnSpMkLst>
        </pc:cxnChg>
        <pc:cxnChg chg="add del mod">
          <ac:chgData name="(s) Aspasia Theodorou" userId="0c0dda23-ca23-4d90-a2f8-a8dacc4f0d3a" providerId="ADAL" clId="{A494E605-BF39-42A5-9A11-2C1F577C3256}" dt="2026-01-04T13:04:33.754" v="1206" actId="478"/>
          <ac:cxnSpMkLst>
            <pc:docMk/>
            <pc:sldMk cId="2682440855" sldId="263"/>
            <ac:cxnSpMk id="12" creationId="{4F89B6FD-FC9B-F44D-36F2-475431FF6182}"/>
          </ac:cxnSpMkLst>
        </pc:cxnChg>
        <pc:cxnChg chg="add del mod">
          <ac:chgData name="(s) Aspasia Theodorou" userId="0c0dda23-ca23-4d90-a2f8-a8dacc4f0d3a" providerId="ADAL" clId="{A494E605-BF39-42A5-9A11-2C1F577C3256}" dt="2026-01-04T13:04:33.754" v="1206" actId="478"/>
          <ac:cxnSpMkLst>
            <pc:docMk/>
            <pc:sldMk cId="2682440855" sldId="263"/>
            <ac:cxnSpMk id="22" creationId="{6ED772E3-517C-51E6-E2D4-B04216A22C32}"/>
          </ac:cxnSpMkLst>
        </pc:cxnChg>
        <pc:cxnChg chg="add del mod">
          <ac:chgData name="(s) Aspasia Theodorou" userId="0c0dda23-ca23-4d90-a2f8-a8dacc4f0d3a" providerId="ADAL" clId="{A494E605-BF39-42A5-9A11-2C1F577C3256}" dt="2026-01-04T13:04:33.754" v="1206" actId="478"/>
          <ac:cxnSpMkLst>
            <pc:docMk/>
            <pc:sldMk cId="2682440855" sldId="263"/>
            <ac:cxnSpMk id="28" creationId="{49B0CE7D-0093-24B0-F0D3-03DDB4A0B715}"/>
          </ac:cxnSpMkLst>
        </pc:cxnChg>
        <pc:cxnChg chg="add del mod">
          <ac:chgData name="(s) Aspasia Theodorou" userId="0c0dda23-ca23-4d90-a2f8-a8dacc4f0d3a" providerId="ADAL" clId="{A494E605-BF39-42A5-9A11-2C1F577C3256}" dt="2026-01-04T13:04:33.754" v="1206" actId="478"/>
          <ac:cxnSpMkLst>
            <pc:docMk/>
            <pc:sldMk cId="2682440855" sldId="263"/>
            <ac:cxnSpMk id="34" creationId="{BF839B81-85D4-B7D0-1328-9240AB7E656B}"/>
          </ac:cxnSpMkLst>
        </pc:cxnChg>
        <pc:cxnChg chg="add del mod">
          <ac:chgData name="(s) Aspasia Theodorou" userId="0c0dda23-ca23-4d90-a2f8-a8dacc4f0d3a" providerId="ADAL" clId="{A494E605-BF39-42A5-9A11-2C1F577C3256}" dt="2026-01-04T13:04:33.754" v="1206" actId="478"/>
          <ac:cxnSpMkLst>
            <pc:docMk/>
            <pc:sldMk cId="2682440855" sldId="263"/>
            <ac:cxnSpMk id="35" creationId="{CFA59512-C7ED-90F7-8BF1-A726E7264930}"/>
          </ac:cxnSpMkLst>
        </pc:cxnChg>
        <pc:cxnChg chg="add del">
          <ac:chgData name="(s) Aspasia Theodorou" userId="0c0dda23-ca23-4d90-a2f8-a8dacc4f0d3a" providerId="ADAL" clId="{A494E605-BF39-42A5-9A11-2C1F577C3256}" dt="2026-01-04T13:04:17.754" v="1205" actId="11529"/>
          <ac:cxnSpMkLst>
            <pc:docMk/>
            <pc:sldMk cId="2682440855" sldId="263"/>
            <ac:cxnSpMk id="41" creationId="{0F9F3A51-C036-B0EE-A6A9-A260143B7C4C}"/>
          </ac:cxnSpMkLst>
        </pc:cxnChg>
        <pc:cxnChg chg="add mod">
          <ac:chgData name="(s) Aspasia Theodorou" userId="0c0dda23-ca23-4d90-a2f8-a8dacc4f0d3a" providerId="ADAL" clId="{A494E605-BF39-42A5-9A11-2C1F577C3256}" dt="2026-01-04T13:11:36.892" v="1333" actId="14100"/>
          <ac:cxnSpMkLst>
            <pc:docMk/>
            <pc:sldMk cId="2682440855" sldId="263"/>
            <ac:cxnSpMk id="43" creationId="{1DCFF2B7-00AF-CED3-99D8-0B249552620F}"/>
          </ac:cxnSpMkLst>
        </pc:cxnChg>
        <pc:cxnChg chg="add del mod">
          <ac:chgData name="(s) Aspasia Theodorou" userId="0c0dda23-ca23-4d90-a2f8-a8dacc4f0d3a" providerId="ADAL" clId="{A494E605-BF39-42A5-9A11-2C1F577C3256}" dt="2026-01-04T13:07:54.970" v="1248" actId="478"/>
          <ac:cxnSpMkLst>
            <pc:docMk/>
            <pc:sldMk cId="2682440855" sldId="263"/>
            <ac:cxnSpMk id="44" creationId="{A4083102-02D1-74BB-0A71-EA251F1DDFB0}"/>
          </ac:cxnSpMkLst>
        </pc:cxnChg>
        <pc:cxnChg chg="add mod">
          <ac:chgData name="(s) Aspasia Theodorou" userId="0c0dda23-ca23-4d90-a2f8-a8dacc4f0d3a" providerId="ADAL" clId="{A494E605-BF39-42A5-9A11-2C1F577C3256}" dt="2026-01-04T13:12:04.961" v="1343" actId="14100"/>
          <ac:cxnSpMkLst>
            <pc:docMk/>
            <pc:sldMk cId="2682440855" sldId="263"/>
            <ac:cxnSpMk id="46" creationId="{CED40E7D-8D7E-460E-AB88-CBCC781A5D6B}"/>
          </ac:cxnSpMkLst>
        </pc:cxnChg>
        <pc:cxnChg chg="add mod">
          <ac:chgData name="(s) Aspasia Theodorou" userId="0c0dda23-ca23-4d90-a2f8-a8dacc4f0d3a" providerId="ADAL" clId="{A494E605-BF39-42A5-9A11-2C1F577C3256}" dt="2026-01-04T13:12:02.345" v="1342" actId="14100"/>
          <ac:cxnSpMkLst>
            <pc:docMk/>
            <pc:sldMk cId="2682440855" sldId="263"/>
            <ac:cxnSpMk id="48" creationId="{21D8B0A3-F41D-A2F7-33E4-5471711F9739}"/>
          </ac:cxnSpMkLst>
        </pc:cxnChg>
        <pc:cxnChg chg="add mod">
          <ac:chgData name="(s) Aspasia Theodorou" userId="0c0dda23-ca23-4d90-a2f8-a8dacc4f0d3a" providerId="ADAL" clId="{A494E605-BF39-42A5-9A11-2C1F577C3256}" dt="2026-01-04T13:11:59.178" v="1341" actId="14100"/>
          <ac:cxnSpMkLst>
            <pc:docMk/>
            <pc:sldMk cId="2682440855" sldId="263"/>
            <ac:cxnSpMk id="50" creationId="{40DD7A80-767C-9262-B8A1-BF96D6DD3280}"/>
          </ac:cxnSpMkLst>
        </pc:cxnChg>
        <pc:cxnChg chg="add mod">
          <ac:chgData name="(s) Aspasia Theodorou" userId="0c0dda23-ca23-4d90-a2f8-a8dacc4f0d3a" providerId="ADAL" clId="{A494E605-BF39-42A5-9A11-2C1F577C3256}" dt="2026-01-04T13:12:19.235" v="1348" actId="14100"/>
          <ac:cxnSpMkLst>
            <pc:docMk/>
            <pc:sldMk cId="2682440855" sldId="263"/>
            <ac:cxnSpMk id="54" creationId="{F0AA6BAB-1121-92E9-1388-6B594CCBBA68}"/>
          </ac:cxnSpMkLst>
        </pc:cxnChg>
      </pc:sldChg>
      <pc:sldMasterChg chg="add del addSldLayout delSldLayout">
        <pc:chgData name="(s) Aspasia Theodorou" userId="0c0dda23-ca23-4d90-a2f8-a8dacc4f0d3a" providerId="ADAL" clId="{A494E605-BF39-42A5-9A11-2C1F577C3256}" dt="2026-01-04T12:11:37.531" v="8" actId="26606"/>
        <pc:sldMasterMkLst>
          <pc:docMk/>
          <pc:sldMasterMk cId="2875604930" sldId="2147483660"/>
        </pc:sldMasterMkLst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1877662273" sldId="2147483661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3658915333" sldId="2147483662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275180410" sldId="2147483663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3345412953" sldId="2147483664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2321466665" sldId="2147483665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3723150861" sldId="2147483666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2781240936" sldId="2147483667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2550358076" sldId="2147483668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3530513765" sldId="2147483669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1922469427" sldId="2147483670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253609291" sldId="2147483671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3115577305" sldId="2147483672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3534125131" sldId="2147483673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2094347559" sldId="2147483674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2943238865" sldId="2147483675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875604930" sldId="2147483660"/>
            <pc:sldLayoutMk cId="591769542" sldId="2147483676"/>
          </pc:sldLayoutMkLst>
        </pc:sldLayoutChg>
      </pc:sldMasterChg>
      <pc:sldMasterChg chg="add del addSldLayout delSldLayout">
        <pc:chgData name="(s) Aspasia Theodorou" userId="0c0dda23-ca23-4d90-a2f8-a8dacc4f0d3a" providerId="ADAL" clId="{A494E605-BF39-42A5-9A11-2C1F577C3256}" dt="2026-01-04T12:10:46.571" v="3" actId="26606"/>
        <pc:sldMasterMkLst>
          <pc:docMk/>
          <pc:sldMasterMk cId="3517356513" sldId="2147483685"/>
        </pc:sldMasterMkLst>
        <pc:sldLayoutChg chg="add del">
          <pc:chgData name="(s) Aspasia Theodorou" userId="0c0dda23-ca23-4d90-a2f8-a8dacc4f0d3a" providerId="ADAL" clId="{A494E605-BF39-42A5-9A11-2C1F577C3256}" dt="2026-01-04T12:10:46.571" v="3" actId="26606"/>
          <pc:sldLayoutMkLst>
            <pc:docMk/>
            <pc:sldMasterMk cId="3517356513" sldId="2147483685"/>
            <pc:sldLayoutMk cId="2382248043" sldId="2147483677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46.571" v="3" actId="26606"/>
          <pc:sldLayoutMkLst>
            <pc:docMk/>
            <pc:sldMasterMk cId="3517356513" sldId="2147483685"/>
            <pc:sldLayoutMk cId="3325097893" sldId="2147483678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46.571" v="3" actId="26606"/>
          <pc:sldLayoutMkLst>
            <pc:docMk/>
            <pc:sldMasterMk cId="3517356513" sldId="2147483685"/>
            <pc:sldLayoutMk cId="409297184" sldId="2147483679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46.571" v="3" actId="26606"/>
          <pc:sldLayoutMkLst>
            <pc:docMk/>
            <pc:sldMasterMk cId="3517356513" sldId="2147483685"/>
            <pc:sldLayoutMk cId="3210438240" sldId="2147483680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46.571" v="3" actId="26606"/>
          <pc:sldLayoutMkLst>
            <pc:docMk/>
            <pc:sldMasterMk cId="3517356513" sldId="2147483685"/>
            <pc:sldLayoutMk cId="264251812" sldId="2147483681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46.571" v="3" actId="26606"/>
          <pc:sldLayoutMkLst>
            <pc:docMk/>
            <pc:sldMasterMk cId="3517356513" sldId="2147483685"/>
            <pc:sldLayoutMk cId="2671063354" sldId="2147483682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46.571" v="3" actId="26606"/>
          <pc:sldLayoutMkLst>
            <pc:docMk/>
            <pc:sldMasterMk cId="3517356513" sldId="2147483685"/>
            <pc:sldLayoutMk cId="1405096263" sldId="2147483683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46.571" v="3" actId="26606"/>
          <pc:sldLayoutMkLst>
            <pc:docMk/>
            <pc:sldMasterMk cId="3517356513" sldId="2147483685"/>
            <pc:sldLayoutMk cId="1645116838" sldId="2147483684"/>
          </pc:sldLayoutMkLst>
        </pc:sldLayoutChg>
        <pc:sldLayoutChg chg="add del replId">
          <pc:chgData name="(s) Aspasia Theodorou" userId="0c0dda23-ca23-4d90-a2f8-a8dacc4f0d3a" providerId="ADAL" clId="{A494E605-BF39-42A5-9A11-2C1F577C3256}" dt="2026-01-04T12:10:46.571" v="3" actId="26606"/>
          <pc:sldLayoutMkLst>
            <pc:docMk/>
            <pc:sldMasterMk cId="3517356513" sldId="2147483685"/>
            <pc:sldLayoutMk cId="2918149938" sldId="2147483686"/>
          </pc:sldLayoutMkLst>
        </pc:sldLayoutChg>
        <pc:sldLayoutChg chg="add del replId">
          <pc:chgData name="(s) Aspasia Theodorou" userId="0c0dda23-ca23-4d90-a2f8-a8dacc4f0d3a" providerId="ADAL" clId="{A494E605-BF39-42A5-9A11-2C1F577C3256}" dt="2026-01-04T12:10:46.571" v="3" actId="26606"/>
          <pc:sldLayoutMkLst>
            <pc:docMk/>
            <pc:sldMasterMk cId="3517356513" sldId="2147483685"/>
            <pc:sldLayoutMk cId="3022059057" sldId="2147483687"/>
          </pc:sldLayoutMkLst>
        </pc:sldLayoutChg>
        <pc:sldLayoutChg chg="add del replId">
          <pc:chgData name="(s) Aspasia Theodorou" userId="0c0dda23-ca23-4d90-a2f8-a8dacc4f0d3a" providerId="ADAL" clId="{A494E605-BF39-42A5-9A11-2C1F577C3256}" dt="2026-01-04T12:10:46.571" v="3" actId="26606"/>
          <pc:sldLayoutMkLst>
            <pc:docMk/>
            <pc:sldMasterMk cId="3517356513" sldId="2147483685"/>
            <pc:sldLayoutMk cId="934884923" sldId="2147483688"/>
          </pc:sldLayoutMkLst>
        </pc:sldLayoutChg>
      </pc:sldMasterChg>
      <pc:sldMasterChg chg="add del addSldLayout delSldLayout">
        <pc:chgData name="(s) Aspasia Theodorou" userId="0c0dda23-ca23-4d90-a2f8-a8dacc4f0d3a" providerId="ADAL" clId="{A494E605-BF39-42A5-9A11-2C1F577C3256}" dt="2026-01-04T12:11:37.531" v="8" actId="26606"/>
        <pc:sldMasterMkLst>
          <pc:docMk/>
          <pc:sldMasterMk cId="2044227437" sldId="2147483698"/>
        </pc:sldMasterMkLst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044227437" sldId="2147483698"/>
            <pc:sldLayoutMk cId="640975969" sldId="2147483687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044227437" sldId="2147483698"/>
            <pc:sldLayoutMk cId="3142901787" sldId="2147483688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044227437" sldId="2147483698"/>
            <pc:sldLayoutMk cId="2275421518" sldId="2147483689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044227437" sldId="2147483698"/>
            <pc:sldLayoutMk cId="191356089" sldId="2147483690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044227437" sldId="2147483698"/>
            <pc:sldLayoutMk cId="505630211" sldId="2147483691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044227437" sldId="2147483698"/>
            <pc:sldLayoutMk cId="807636215" sldId="2147483692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044227437" sldId="2147483698"/>
            <pc:sldLayoutMk cId="1146065035" sldId="2147483693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044227437" sldId="2147483698"/>
            <pc:sldLayoutMk cId="2354900748" sldId="2147483694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044227437" sldId="2147483698"/>
            <pc:sldLayoutMk cId="3687607794" sldId="2147483695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044227437" sldId="2147483698"/>
            <pc:sldLayoutMk cId="165253780" sldId="2147483696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1:37.531" v="8" actId="26606"/>
          <pc:sldLayoutMkLst>
            <pc:docMk/>
            <pc:sldMasterMk cId="2044227437" sldId="2147483698"/>
            <pc:sldLayoutMk cId="1188932474" sldId="2147483697"/>
          </pc:sldLayoutMkLst>
        </pc:sldLayoutChg>
      </pc:sldMasterChg>
      <pc:sldMasterChg chg="add del addSldLayout delSldLayout">
        <pc:chgData name="(s) Aspasia Theodorou" userId="0c0dda23-ca23-4d90-a2f8-a8dacc4f0d3a" providerId="ADAL" clId="{A494E605-BF39-42A5-9A11-2C1F577C3256}" dt="2026-01-04T12:10:52.186" v="5" actId="26606"/>
        <pc:sldMasterMkLst>
          <pc:docMk/>
          <pc:sldMasterMk cId="500185184" sldId="2147483711"/>
        </pc:sldMasterMkLst>
        <pc:sldLayoutChg chg="add del">
          <pc:chgData name="(s) Aspasia Theodorou" userId="0c0dda23-ca23-4d90-a2f8-a8dacc4f0d3a" providerId="ADAL" clId="{A494E605-BF39-42A5-9A11-2C1F577C3256}" dt="2026-01-04T12:10:52.186" v="5" actId="26606"/>
          <pc:sldLayoutMkLst>
            <pc:docMk/>
            <pc:sldMasterMk cId="500185184" sldId="2147483711"/>
            <pc:sldLayoutMk cId="1063258456" sldId="2147483700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52.186" v="5" actId="26606"/>
          <pc:sldLayoutMkLst>
            <pc:docMk/>
            <pc:sldMasterMk cId="500185184" sldId="2147483711"/>
            <pc:sldLayoutMk cId="120063348" sldId="2147483701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52.186" v="5" actId="26606"/>
          <pc:sldLayoutMkLst>
            <pc:docMk/>
            <pc:sldMasterMk cId="500185184" sldId="2147483711"/>
            <pc:sldLayoutMk cId="1043185625" sldId="2147483702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52.186" v="5" actId="26606"/>
          <pc:sldLayoutMkLst>
            <pc:docMk/>
            <pc:sldMasterMk cId="500185184" sldId="2147483711"/>
            <pc:sldLayoutMk cId="2998017052" sldId="2147483703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52.186" v="5" actId="26606"/>
          <pc:sldLayoutMkLst>
            <pc:docMk/>
            <pc:sldMasterMk cId="500185184" sldId="2147483711"/>
            <pc:sldLayoutMk cId="3406839394" sldId="2147483704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52.186" v="5" actId="26606"/>
          <pc:sldLayoutMkLst>
            <pc:docMk/>
            <pc:sldMasterMk cId="500185184" sldId="2147483711"/>
            <pc:sldLayoutMk cId="2313332423" sldId="2147483705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52.186" v="5" actId="26606"/>
          <pc:sldLayoutMkLst>
            <pc:docMk/>
            <pc:sldMasterMk cId="500185184" sldId="2147483711"/>
            <pc:sldLayoutMk cId="3072261373" sldId="2147483706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52.186" v="5" actId="26606"/>
          <pc:sldLayoutMkLst>
            <pc:docMk/>
            <pc:sldMasterMk cId="500185184" sldId="2147483711"/>
            <pc:sldLayoutMk cId="1629130866" sldId="2147483707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52.186" v="5" actId="26606"/>
          <pc:sldLayoutMkLst>
            <pc:docMk/>
            <pc:sldMasterMk cId="500185184" sldId="2147483711"/>
            <pc:sldLayoutMk cId="2229694068" sldId="2147483708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52.186" v="5" actId="26606"/>
          <pc:sldLayoutMkLst>
            <pc:docMk/>
            <pc:sldMasterMk cId="500185184" sldId="2147483711"/>
            <pc:sldLayoutMk cId="1207853190" sldId="2147483709"/>
          </pc:sldLayoutMkLst>
        </pc:sldLayoutChg>
        <pc:sldLayoutChg chg="add del">
          <pc:chgData name="(s) Aspasia Theodorou" userId="0c0dda23-ca23-4d90-a2f8-a8dacc4f0d3a" providerId="ADAL" clId="{A494E605-BF39-42A5-9A11-2C1F577C3256}" dt="2026-01-04T12:10:52.186" v="5" actId="26606"/>
          <pc:sldLayoutMkLst>
            <pc:docMk/>
            <pc:sldMasterMk cId="500185184" sldId="2147483711"/>
            <pc:sldLayoutMk cId="1375037583" sldId="214748371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B7A52-F3CE-40D1-9545-E7D334255968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4BDAD-16F3-4BD6-9E15-12B5089E25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998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Trivia Fiesta is a front-end single page application developed for the COMP1004 module.</a:t>
            </a:r>
            <a:br>
              <a:rPr lang="en-GB" dirty="0"/>
            </a:br>
            <a:r>
              <a:rPr lang="en-GB" dirty="0"/>
              <a:t>The aim of the project is to create an interactive quiz game using only HTML, CSS, and JavaScript, without any backend technologies or frameworks.</a:t>
            </a:r>
          </a:p>
          <a:p>
            <a:r>
              <a:rPr lang="en-GB" dirty="0"/>
              <a:t>The application supports multiple quiz categories and bilingual functionality in English and Greek.</a:t>
            </a:r>
            <a:br>
              <a:rPr lang="en-GB" dirty="0"/>
            </a:br>
            <a:r>
              <a:rPr lang="en-GB" dirty="0"/>
              <a:t>Quiz questions are loaded dynamically from JSON files, and quiz results can be exported as JSON, which meets the module’s data input and output requirements.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4BDAD-16F3-4BD6-9E15-12B5089E25C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338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77EF0-E2B9-EE24-6F52-1CAD14E6B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6EE9E-59F2-139E-479E-9D51C267C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E6410-0C21-05F5-8382-E5A12E50E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project has been developed iteratively, following an agile-style approach, where features were built and refined in stages rather than all at once</a:t>
            </a:r>
          </a:p>
          <a:p>
            <a:r>
              <a:rPr lang="en-GB" dirty="0"/>
              <a:t>The initial stage focused on planning and defining functional and non-functional requirements.</a:t>
            </a:r>
            <a:br>
              <a:rPr lang="en-GB" dirty="0"/>
            </a:br>
            <a:r>
              <a:rPr lang="en-GB" dirty="0"/>
              <a:t>This was followed by building the core single page application structure and navigation flow.</a:t>
            </a:r>
          </a:p>
          <a:p>
            <a:r>
              <a:rPr lang="en-GB" dirty="0"/>
              <a:t>Later work introduced language and category selection, and more recent development has focused on refining the user interface and improving feedback for users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0BFDF-4132-397E-2C28-315559EBC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4BDAD-16F3-4BD6-9E15-12B5089E25C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947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9839A-95E2-8435-9F5B-0B105B9E3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957B8-7DC3-18A7-5AF0-065F0742A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567AF-9F20-02F8-C1AC-72835409E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This use case diagram shows the main interactions between the user and the Trivia Fiesta system.</a:t>
            </a:r>
          </a:p>
          <a:p>
            <a:r>
              <a:rPr lang="en-GB" dirty="0"/>
              <a:t>The user selects a language, chooses a quiz category, answers quiz questions, receives immediate feedback, and views their results.</a:t>
            </a:r>
          </a:p>
          <a:p>
            <a:r>
              <a:rPr lang="en-GB" dirty="0"/>
              <a:t>The diagram helped guide the design of the application flow and ensure the core functional requirements were met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8C096-981A-77C5-9C47-5F5390AFC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4BDAD-16F3-4BD6-9E15-12B5089E25C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928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640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63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535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3924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126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555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906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490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532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61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86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23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5445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223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387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086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BF538-8A49-4EA1-9D32-D0004B007046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0A920A8-0504-4D21-B1BD-8A2C6E93E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70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C403C-0578-7E02-9A0F-2C59E7D9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blue and red shield with yellow and red design&#10;&#10;Description automatically generated">
            <a:extLst>
              <a:ext uri="{FF2B5EF4-FFF2-40B4-BE49-F238E27FC236}">
                <a16:creationId xmlns:a16="http://schemas.microsoft.com/office/drawing/2014/main" id="{5B9C1FDC-2E47-4755-AF04-4BDB06F1E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" y="5569268"/>
            <a:ext cx="1541780" cy="117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question mark with a hat&#10;&#10;AI-generated content may be incorrect.">
            <a:extLst>
              <a:ext uri="{FF2B5EF4-FFF2-40B4-BE49-F238E27FC236}">
                <a16:creationId xmlns:a16="http://schemas.microsoft.com/office/drawing/2014/main" id="{4B7EB0A1-6F7B-DB08-7A0A-B9E087905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398" y="851657"/>
            <a:ext cx="4260831" cy="357957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3B62965-DB6D-BB0E-7382-1E435E885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1205" y="358816"/>
            <a:ext cx="6724892" cy="3923781"/>
          </a:xfrm>
        </p:spPr>
        <p:txBody>
          <a:bodyPr>
            <a:normAutofit/>
          </a:bodyPr>
          <a:lstStyle/>
          <a:p>
            <a:r>
              <a:rPr lang="en-GB" b="1" i="1" dirty="0"/>
              <a:t>Trivia Fiesta</a:t>
            </a:r>
            <a:br>
              <a:rPr lang="en-GB" dirty="0"/>
            </a:br>
            <a:r>
              <a:rPr lang="en-GB" sz="4400" dirty="0"/>
              <a:t>Celebrating Knowledge</a:t>
            </a:r>
            <a:br>
              <a:rPr lang="en-GB" sz="4400" dirty="0"/>
            </a:br>
            <a:r>
              <a:rPr lang="en-GB" sz="4400" dirty="0"/>
              <a:t>One Question At A Time!</a:t>
            </a:r>
            <a:endParaRPr lang="en-GB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40C132B-402F-6439-82AA-341AACE8834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98722" y="4907548"/>
            <a:ext cx="779327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Module: 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COMP1004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Name: 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Aspa Theodorou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Student number: 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10911878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Module Leaders: 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Dr Lauren Ansell, Dr Vasilios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Kelefouras</a:t>
            </a:r>
            <a:endParaRPr lang="en-US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A3E3C5-EBD2-CC72-7D63-3638A4D87ABC}"/>
              </a:ext>
            </a:extLst>
          </p:cNvPr>
          <p:cNvSpPr txBox="1"/>
          <p:nvPr/>
        </p:nvSpPr>
        <p:spPr>
          <a:xfrm>
            <a:off x="1872976" y="4359914"/>
            <a:ext cx="3375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Logo generated by Microsoft CoPilot</a:t>
            </a:r>
          </a:p>
        </p:txBody>
      </p:sp>
    </p:spTree>
    <p:extLst>
      <p:ext uri="{BB962C8B-B14F-4D97-AF65-F5344CB8AC3E}">
        <p14:creationId xmlns:p14="http://schemas.microsoft.com/office/powerpoint/2010/main" val="2577942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9ECB5-A005-B0C1-136F-0D3D3E286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3ED1-B0B1-D281-CE8C-368E4B0FD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676" y="109037"/>
            <a:ext cx="10756398" cy="1126283"/>
          </a:xfrm>
        </p:spPr>
        <p:txBody>
          <a:bodyPr/>
          <a:lstStyle/>
          <a:p>
            <a:r>
              <a:rPr lang="en-GB" dirty="0"/>
              <a:t>Project Vision &amp; Background</a:t>
            </a:r>
          </a:p>
        </p:txBody>
      </p:sp>
      <p:pic>
        <p:nvPicPr>
          <p:cNvPr id="1026" name="Picture 2" descr="A blue and red shield with yellow and red design&#10;&#10;Description automatically generated">
            <a:extLst>
              <a:ext uri="{FF2B5EF4-FFF2-40B4-BE49-F238E27FC236}">
                <a16:creationId xmlns:a16="http://schemas.microsoft.com/office/drawing/2014/main" id="{5C90C987-D8C0-3AF3-D696-8C235BE8C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" y="5569268"/>
            <a:ext cx="1541780" cy="117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E67AB2FB-5CD3-57D4-AC9F-604F8542C760}"/>
              </a:ext>
            </a:extLst>
          </p:cNvPr>
          <p:cNvSpPr txBox="1">
            <a:spLocks/>
          </p:cNvSpPr>
          <p:nvPr/>
        </p:nvSpPr>
        <p:spPr>
          <a:xfrm>
            <a:off x="1676400" y="1539433"/>
            <a:ext cx="10255169" cy="48266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Front-end Single Page Application (SPA)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Built using </a:t>
            </a:r>
            <a:r>
              <a:rPr lang="en-GB" sz="3200" b="1" dirty="0"/>
              <a:t>HTML, CSS, and JavaScript only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Bilingual quiz application in English and Greek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JSON-based input and output for quiz data and results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53627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BE6F-0D08-BBE1-F499-2A0BB798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A7FF6-988C-1B4D-138E-50B3F3F70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676" y="109037"/>
            <a:ext cx="10756398" cy="1126283"/>
          </a:xfrm>
        </p:spPr>
        <p:txBody>
          <a:bodyPr/>
          <a:lstStyle/>
          <a:p>
            <a:r>
              <a:rPr lang="en-GB" dirty="0"/>
              <a:t>Project Plan &amp; Sprints So Far</a:t>
            </a:r>
          </a:p>
        </p:txBody>
      </p:sp>
      <p:pic>
        <p:nvPicPr>
          <p:cNvPr id="1026" name="Picture 2" descr="A blue and red shield with yellow and red design&#10;&#10;Description automatically generated">
            <a:extLst>
              <a:ext uri="{FF2B5EF4-FFF2-40B4-BE49-F238E27FC236}">
                <a16:creationId xmlns:a16="http://schemas.microsoft.com/office/drawing/2014/main" id="{173F9205-95D7-549B-EC08-FE6CEE6F7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" y="5569268"/>
            <a:ext cx="1541780" cy="117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E06702E8-312E-57E3-2B40-517615D7E2C9}"/>
              </a:ext>
            </a:extLst>
          </p:cNvPr>
          <p:cNvSpPr txBox="1">
            <a:spLocks/>
          </p:cNvSpPr>
          <p:nvPr/>
        </p:nvSpPr>
        <p:spPr>
          <a:xfrm>
            <a:off x="1676400" y="1539433"/>
            <a:ext cx="10255169" cy="48266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Initial planning and requirements gathering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SPA structure and navigation design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Language and category selection functionality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UI refinements and user feedback improvements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2229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01135-0AB6-6C5A-7765-DA0E9A63F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ED691-12D8-3520-E69D-7FFE03448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676" y="109037"/>
            <a:ext cx="10756398" cy="1126283"/>
          </a:xfrm>
        </p:spPr>
        <p:txBody>
          <a:bodyPr/>
          <a:lstStyle/>
          <a:p>
            <a:r>
              <a:rPr lang="en-GB"/>
              <a:t>UML Models So Far</a:t>
            </a:r>
            <a:endParaRPr lang="en-GB" dirty="0"/>
          </a:p>
        </p:txBody>
      </p:sp>
      <p:pic>
        <p:nvPicPr>
          <p:cNvPr id="1026" name="Picture 2" descr="A blue and red shield with yellow and red design&#10;&#10;Description automatically generated">
            <a:extLst>
              <a:ext uri="{FF2B5EF4-FFF2-40B4-BE49-F238E27FC236}">
                <a16:creationId xmlns:a16="http://schemas.microsoft.com/office/drawing/2014/main" id="{9BA3106F-D1AC-8079-64B2-0D6CDADBE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" y="5569268"/>
            <a:ext cx="1541780" cy="117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ED1C788-D170-9A7F-A51D-BB31702E8FF9}"/>
              </a:ext>
            </a:extLst>
          </p:cNvPr>
          <p:cNvSpPr txBox="1">
            <a:spLocks/>
          </p:cNvSpPr>
          <p:nvPr/>
        </p:nvSpPr>
        <p:spPr>
          <a:xfrm>
            <a:off x="1296366" y="1539433"/>
            <a:ext cx="10635204" cy="48266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3200" dirty="0"/>
              <a:t> Use case diagram showing main user interactions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3200" dirty="0"/>
          </a:p>
        </p:txBody>
      </p:sp>
      <p:pic>
        <p:nvPicPr>
          <p:cNvPr id="5" name="Graphic 4" descr="Man outline">
            <a:extLst>
              <a:ext uri="{FF2B5EF4-FFF2-40B4-BE49-F238E27FC236}">
                <a16:creationId xmlns:a16="http://schemas.microsoft.com/office/drawing/2014/main" id="{8B94B314-A691-3241-BC84-A9B78E6009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5446" y="3923589"/>
            <a:ext cx="1488010" cy="148801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C1EE429D-C8FF-71F5-19A1-2EAB024F6962}"/>
              </a:ext>
            </a:extLst>
          </p:cNvPr>
          <p:cNvSpPr/>
          <p:nvPr/>
        </p:nvSpPr>
        <p:spPr>
          <a:xfrm>
            <a:off x="4480658" y="3051424"/>
            <a:ext cx="2147584" cy="625042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Select Language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FE5F05-A75D-0FE4-9DF9-9C94C48CA3E7}"/>
              </a:ext>
            </a:extLst>
          </p:cNvPr>
          <p:cNvSpPr/>
          <p:nvPr/>
        </p:nvSpPr>
        <p:spPr>
          <a:xfrm>
            <a:off x="2945265" y="2154960"/>
            <a:ext cx="8686190" cy="7939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dirty="0"/>
              <a:t>Trivia Fiesta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F73F33E-8784-3210-6CCD-6F9FBD201225}"/>
              </a:ext>
            </a:extLst>
          </p:cNvPr>
          <p:cNvSpPr/>
          <p:nvPr/>
        </p:nvSpPr>
        <p:spPr>
          <a:xfrm>
            <a:off x="4837580" y="3764184"/>
            <a:ext cx="2115333" cy="684352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Select Quiz Category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5FF194-659D-C088-58C4-9373EED7198E}"/>
              </a:ext>
            </a:extLst>
          </p:cNvPr>
          <p:cNvSpPr/>
          <p:nvPr/>
        </p:nvSpPr>
        <p:spPr>
          <a:xfrm>
            <a:off x="5419864" y="4501570"/>
            <a:ext cx="2338427" cy="81699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Answer Quiz Question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F915982-10E7-F91E-5EB2-F037406CB8D9}"/>
              </a:ext>
            </a:extLst>
          </p:cNvPr>
          <p:cNvSpPr/>
          <p:nvPr/>
        </p:nvSpPr>
        <p:spPr>
          <a:xfrm>
            <a:off x="9611363" y="5750616"/>
            <a:ext cx="1947445" cy="81699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Export Results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9734163-BCA6-025C-C99F-BCCFE17675F7}"/>
              </a:ext>
            </a:extLst>
          </p:cNvPr>
          <p:cNvSpPr/>
          <p:nvPr/>
        </p:nvSpPr>
        <p:spPr>
          <a:xfrm>
            <a:off x="7211855" y="5225717"/>
            <a:ext cx="2338427" cy="7939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View Results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DCFF2B7-00AF-CED3-99D8-0B249552620F}"/>
              </a:ext>
            </a:extLst>
          </p:cNvPr>
          <p:cNvCxnSpPr>
            <a:cxnSpLocks/>
          </p:cNvCxnSpPr>
          <p:nvPr/>
        </p:nvCxnSpPr>
        <p:spPr>
          <a:xfrm flipV="1">
            <a:off x="2674627" y="3604872"/>
            <a:ext cx="1806031" cy="793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ED40E7D-8D7E-460E-AB88-CBCC781A5D6B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2797017" y="4106360"/>
            <a:ext cx="2040563" cy="556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1D8B0A3-F41D-A2F7-33E4-5471711F9739}"/>
              </a:ext>
            </a:extLst>
          </p:cNvPr>
          <p:cNvCxnSpPr>
            <a:cxnSpLocks/>
          </p:cNvCxnSpPr>
          <p:nvPr/>
        </p:nvCxnSpPr>
        <p:spPr>
          <a:xfrm>
            <a:off x="2766820" y="4887114"/>
            <a:ext cx="2560825" cy="219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0DD7A80-767C-9262-B8A1-BF96D6DD3280}"/>
              </a:ext>
            </a:extLst>
          </p:cNvPr>
          <p:cNvCxnSpPr>
            <a:cxnSpLocks/>
          </p:cNvCxnSpPr>
          <p:nvPr/>
        </p:nvCxnSpPr>
        <p:spPr>
          <a:xfrm>
            <a:off x="2766820" y="5091812"/>
            <a:ext cx="4341912" cy="591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0AA6BAB-1121-92E9-1388-6B594CCBBA68}"/>
              </a:ext>
            </a:extLst>
          </p:cNvPr>
          <p:cNvCxnSpPr>
            <a:cxnSpLocks/>
          </p:cNvCxnSpPr>
          <p:nvPr/>
        </p:nvCxnSpPr>
        <p:spPr>
          <a:xfrm>
            <a:off x="2674627" y="5278743"/>
            <a:ext cx="7012338" cy="1081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CB776314-30F2-5680-3F1B-73894F7F6E0D}"/>
              </a:ext>
            </a:extLst>
          </p:cNvPr>
          <p:cNvSpPr/>
          <p:nvPr/>
        </p:nvSpPr>
        <p:spPr>
          <a:xfrm>
            <a:off x="2933700" y="2154960"/>
            <a:ext cx="8686190" cy="45152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44085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66</TotalTime>
  <Words>354</Words>
  <Application>Microsoft Office PowerPoint</Application>
  <PresentationFormat>Widescreen</PresentationFormat>
  <Paragraphs>36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Century Gothic</vt:lpstr>
      <vt:lpstr>Wingdings 3</vt:lpstr>
      <vt:lpstr>Wisp</vt:lpstr>
      <vt:lpstr>Trivia Fiesta Celebrating Knowledge One Question At A Time!</vt:lpstr>
      <vt:lpstr>Project Vision &amp; Background</vt:lpstr>
      <vt:lpstr>Project Plan &amp; Sprints So Far</vt:lpstr>
      <vt:lpstr>UML Models So Far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Aspasia Theodorou</dc:creator>
  <cp:lastModifiedBy>(s) Aspasia Theodorou</cp:lastModifiedBy>
  <cp:revision>1</cp:revision>
  <dcterms:created xsi:type="dcterms:W3CDTF">2026-01-04T12:05:54Z</dcterms:created>
  <dcterms:modified xsi:type="dcterms:W3CDTF">2026-01-04T13:12:29Z</dcterms:modified>
</cp:coreProperties>
</file>